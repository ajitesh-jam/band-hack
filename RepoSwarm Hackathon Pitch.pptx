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Fira Code Medium"/>
      <p:regular r:id="rId29"/>
      <p:bold r:id="rId30"/>
    </p:embeddedFont>
    <p:embeddedFont>
      <p:font typeface="Fira Code SemiBold"/>
      <p:regular r:id="rId31"/>
      <p:bold r:id="rId32"/>
    </p:embeddedFont>
    <p:embeddedFont>
      <p:font typeface="Fira Code"/>
      <p:regular r:id="rId33"/>
      <p:bold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CodeSemiBold-regular.fntdata"/><Relationship Id="rId30" Type="http://schemas.openxmlformats.org/officeDocument/2006/relationships/font" Target="fonts/FiraCodeMedium-bold.fntdata"/><Relationship Id="rId11" Type="http://schemas.openxmlformats.org/officeDocument/2006/relationships/slide" Target="slides/slide6.xml"/><Relationship Id="rId33" Type="http://schemas.openxmlformats.org/officeDocument/2006/relationships/font" Target="fonts/FiraCode-regular.fntdata"/><Relationship Id="rId10" Type="http://schemas.openxmlformats.org/officeDocument/2006/relationships/slide" Target="slides/slide5.xml"/><Relationship Id="rId32" Type="http://schemas.openxmlformats.org/officeDocument/2006/relationships/font" Target="fonts/FiraCode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FiraCode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169f8f01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169f8f01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16be242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16be2427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16be2427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16be24278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16be24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16be2427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169f8f0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169f8f01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16be242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16be2427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11" Type="http://schemas.openxmlformats.org/officeDocument/2006/relationships/image" Target="../media/image16.png"/><Relationship Id="rId10" Type="http://schemas.openxmlformats.org/officeDocument/2006/relationships/image" Target="../media/image11.png"/><Relationship Id="rId12" Type="http://schemas.openxmlformats.org/officeDocument/2006/relationships/image" Target="../media/image23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9.png"/><Relationship Id="rId13" Type="http://schemas.openxmlformats.org/officeDocument/2006/relationships/image" Target="../media/image41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14" Type="http://schemas.openxmlformats.org/officeDocument/2006/relationships/image" Target="../media/image46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mailto:ajitesh.jam@gmail.com" TargetMode="External"/><Relationship Id="rId5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mailto:ajitesh.jam@gmail.com" TargetMode="External"/><Relationship Id="rId5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mailto:ajitesh.jam@gmail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54648"/>
            <a:ext cx="110299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545877"/>
            <a:ext cx="1158144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2563E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import</a:t>
            </a:r>
            <a:r>
              <a:rPr b="0" i="0" lang="en-US" sz="540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RepoSwarm;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05125" y="2822227"/>
            <a:ext cx="6381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Autonomous, emergent DevOps swarms for any codebase.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19175" y="4092773"/>
            <a:ext cx="1021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// The Ultimate Workflow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B2777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"What if your server crashes at 3 AM, and by 3:05 AM, an entire team of senior engineers has already diagnosed the issue, mapped the dependencies, written a fix, and is just waiting for your 1-click approval?"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3575"/>
            <a:ext cx="342260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933575"/>
            <a:ext cx="342260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933575"/>
            <a:ext cx="342260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3050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23925" y="3209925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The 3 AM Crisis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23925" y="3676650"/>
            <a:ext cx="2736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MTTR (Mean Time to Resolution) is broken. Downtime costs enterprises thousands of dollars per minute while humans scramble to read raw logs.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7525" y="23050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27525" y="3209925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Context Rot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27525" y="3676650"/>
            <a:ext cx="273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hallucinate because they don't understand repository dependencies and hidden architectural decisions.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1125" y="23050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531125" y="3209925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Rigid Pipelines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31125" y="3676650"/>
            <a:ext cx="2736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AI workflows shatter when an unexpected error occurs. Real engineering requires dynamic troubleshooting, not hardcoded steps.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5850" y="24669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89450" y="24669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50188" y="24669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The_Engineering_Crisis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43075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3950" y="2909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522243" y="3509962"/>
            <a:ext cx="49006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[Screenshot of the "User Agent" asking for the Github Token]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9650" y="191928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Zero-Shot Setup: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a Github token &amp; API keys. That's it. No manual orchestration required.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9650" y="2767012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dynamically provisions a Band Chat Room and invites domain experts: , , , , and the 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09650" y="422433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Generic &amp; Scalable: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Works instantly on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repository without manual tuning. It maps the environment dynamically.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81025" y="1900237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81025" y="274796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395662"/>
            <a:ext cx="1009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3600" y="3395662"/>
            <a:ext cx="9048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52775" y="3395662"/>
            <a:ext cx="6953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62400" y="3395662"/>
            <a:ext cx="1009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700462"/>
            <a:ext cx="21621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81025" y="4205287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19478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1025" y="27955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42529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Our_Solution.init( )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5" title="Screenshot 2026-06-18 at 7.49.36 A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72201" y="1219200"/>
            <a:ext cx="5652974" cy="540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295625" y="1379850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Flow of Data: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80175" y="2053835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Watchdog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Continuously monitors and streams active server logs.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80175" y="2901550"/>
            <a:ext cx="459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 Agent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Provides deep architectural context and dependency graphs.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80175" y="3749275"/>
            <a:ext cx="445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Planner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Coordinates the strategy based on logs and docs.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80175" y="4597000"/>
            <a:ext cx="445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Coder &amp; Reviewer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Iteratively generate and scrutinize code diffs.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51550" y="203478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51550" y="288251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51550" y="373023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51550" y="457796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System_Architecture.yml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96355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76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295625" y="1379850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Flow of Data: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5375" y="267741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307341" y="3277492"/>
            <a:ext cx="3330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[System Architecture Diagram]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38925" y="3668017"/>
            <a:ext cx="466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Clean system flow highlighting connections between Band Room, Watchdog, Planner, Coder, and Reviewer.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80175" y="2053835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Watchdog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Continuously monitors and streams active server logs.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80175" y="2901550"/>
            <a:ext cx="459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 Agent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Provides deep architectural context and dependency graphs.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80175" y="3749275"/>
            <a:ext cx="445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Planner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Coordinates the strategy based on logs and docs.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80175" y="4597000"/>
            <a:ext cx="445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Coder &amp; Reviewer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Iteratively generate and scrutinize code diffs.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51550" y="203478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51550" y="288251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51550" y="373023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51550" y="457796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581025"/>
            <a:ext cx="11581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System_Architecture.yml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7" title="Screenshot 2026-06-19 at 7.33.21 AM.png"/>
          <p:cNvPicPr preferRelativeResize="0"/>
          <p:nvPr/>
        </p:nvPicPr>
        <p:blipFill rotWithShape="1">
          <a:blip r:embed="rId6">
            <a:alphaModFix/>
          </a:blip>
          <a:srcRect b="1759" l="0" r="0" t="0"/>
          <a:stretch/>
        </p:blipFill>
        <p:spPr>
          <a:xfrm>
            <a:off x="295625" y="1379850"/>
            <a:ext cx="11581498" cy="518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20288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334125" y="1743075"/>
            <a:ext cx="554069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Solving the Generic Context Problem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334125" y="27336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completely solved the "Generic Context" problem by making agents environment-aware.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066925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6762750" y="358140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doesn't just do basic RAG. It uses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Graphify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dynamically map repository dependencies.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762750" y="442912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file changes, the agent knows exactly which might break as a result.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762750" y="52768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learns the codebase organically and acts as the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"Senior Tech Lead"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the other operational agents.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334125" y="356235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334125" y="441007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334125" y="525780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The_Documentation_Agent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76400"/>
            <a:ext cx="110299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5750" y="4129087"/>
            <a:ext cx="40005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0" y="26050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365908" y="3548062"/>
            <a:ext cx="146018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[Video Demo]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81025" y="5143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Action_Demo.mp4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81025" y="1133475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43075"/>
            <a:ext cx="5276850" cy="4141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43075"/>
            <a:ext cx="5276850" cy="4141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752600"/>
            <a:ext cx="5257800" cy="4122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4175" y="4467225"/>
            <a:ext cx="4476750" cy="1017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971550" y="213360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Rigid Linear Pipelines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71550" y="264795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Traditional frameworks require pre-defined workflows and hardcoded orchestrators.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71550" y="340042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If step 2 fails, the entire script crashes. It cannot handle unexpected real-world engineering environments.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734175" y="2143125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Emergent Workflows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734175" y="26574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rigid orchestrators. The Watchdog spots an anomaly and simply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@mentions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Planner.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734175" y="34099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Planner realizes it lacks context and dynamically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@mentions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Documentation agent.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21717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18122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6877050" y="4610100"/>
            <a:ext cx="4191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rPr>
              <a:t>If the Coder fails, it doesn't crash a script; it argues with the Reviewer in the chat room until they get it right. </a:t>
            </a: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This is impossible outside of Band.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Why_BAND?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1933575"/>
            <a:ext cx="5657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Pushing the boundaries of what the platform can do: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2238375" y="2775495"/>
            <a:ext cx="8143875" cy="147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Zero-Setup Contacts: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attempted to make the User Agent a global CONTACT where —just mention the agent to trigger the swarm.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// Note: This extreme friction-reduction requires an Enterprise Plan to implement fully.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2238375" y="4491781"/>
            <a:ext cx="8143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Recursive Agent Generation: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successfully attempted to make a User Agent capable of dynamically spawning multiple, specialized Planner and Coder agents entirely based on reading documentation on the fly.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809750" y="275644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75" y="3099345"/>
            <a:ext cx="46767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809750" y="447273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Experimental_Pursuits.log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581025" y="1933575"/>
            <a:ext cx="10741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 will upload every presentation like code explanations, or any more feature implementations in our github repo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809750" y="4472731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agent_config</a:t>
            </a: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.log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47950" y="3256675"/>
            <a:ext cx="10496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clarifications regarding code or running you can contact us at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ajitesh.jam@gmail.com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discord: cicada3301_1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2" title="Screenshot 2026-06-19 at 8.52.1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25" y="1309050"/>
            <a:ext cx="11477775" cy="54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81025" y="1933575"/>
            <a:ext cx="10741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 will upload every presentation like code explanations, or any more feature implementations in our github repo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1809750" y="4472731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code_quality</a:t>
            </a: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.log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847950" y="3256675"/>
            <a:ext cx="10496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clarifications regarding code or running you can contact us at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ajitesh.jam@gmail.com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discord: cicada3301_1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3" title="Screenshot 2026-06-19 at 8.53.4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25" y="1328105"/>
            <a:ext cx="11334326" cy="54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81025" y="1933575"/>
            <a:ext cx="10741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 will upload every presentation like code explanations, or any more feature implementations in our github repo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1809750" y="4472731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Presentaion</a:t>
            </a: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.log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847950" y="3256675"/>
            <a:ext cx="10496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clarifications regarding code or running you can contact us at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ajitesh.jam@gmail.com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discord: cicada3301_1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581025" y="1456275"/>
            <a:ext cx="110301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Monolith Graveyard: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Initial iterations attempted a monolithic single-agent script layout. It hit major roadblocks.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Pitfalls: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Context window bloat caused massive LLM hallucinations and infinite reasoning cycles.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Cost Metric: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Spent roughly $50 in API testing tokens validating and debugging multi-file context boundaries.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Pivot: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Abandoned monoliths to build a decentralized swarm architecture inside Band.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1809750" y="2756445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809750" y="4472731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History</a:t>
            </a: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.log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5" title="Screenshot 2026-06-19 at 6.49.3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05" y="1399880"/>
            <a:ext cx="11501274" cy="48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955059"/>
            <a:ext cx="11029950" cy="777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73559"/>
            <a:ext cx="53244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73559"/>
            <a:ext cx="53244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1583084"/>
            <a:ext cx="530542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583084"/>
            <a:ext cx="53054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71525" y="6145559"/>
            <a:ext cx="10648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&gt;</a:t>
            </a:r>
            <a:r>
              <a:rPr b="0" i="0" lang="en-US" sz="1950" u="none" cap="none" strike="noStrike">
                <a:solidFill>
                  <a:srgbClr val="F8FAFC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Band isn't just an API; it's a digital office for AI.</a:t>
            </a:r>
            <a:endParaRPr/>
          </a:p>
        </p:txBody>
      </p:sp>
      <p:pic>
        <p:nvPicPr>
          <p:cNvPr descr="image.png" id="287" name="Google Shape;28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1583084"/>
            <a:ext cx="530542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828675" y="3916709"/>
            <a:ext cx="5070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For Enterprises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28675" y="4364384"/>
            <a:ext cx="4829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Drastically reduces Mean Time to Resolution (MTTR) and prevents context rot. Saves engineering teams sleep and saves companies revenue during outages.</a:t>
            </a:r>
            <a:endParaRPr/>
          </a:p>
        </p:txBody>
      </p:sp>
      <p:pic>
        <p:nvPicPr>
          <p:cNvPr descr="image.png" id="290" name="Google Shape;29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96025" y="1583084"/>
            <a:ext cx="530542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6534150" y="3916709"/>
            <a:ext cx="5070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Framework Agnostic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534150" y="4364384"/>
            <a:ext cx="4829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Users can bring their own specialized LangGraph or CrewAI agents into the room to seamlessly swap out our default coders to test performance.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581025" y="221009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Business_Value &amp; Future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81025" y="840134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1809750" y="4472731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81025" y="58102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F172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rm -rf System32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581025" y="1200150"/>
            <a:ext cx="11030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581025" y="1546725"/>
            <a:ext cx="11187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ankyou : 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Ajitesh Jamulkar ( 4 th year Undergrad Student from IIT KGP 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Krishna Paikney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( 4 th year Undergrad Student from IIT KGP )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Devansh Bavishkar ( 4 th year Undergrad Student from IIT KGP 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